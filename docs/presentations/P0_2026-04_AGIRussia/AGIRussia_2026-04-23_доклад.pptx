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3" r:id="rId3"/>
    <p:sldId id="257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59" r:id="rId15"/>
    <p:sldId id="274" r:id="rId16"/>
    <p:sldId id="260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61" r:id="rId36"/>
    <p:sldId id="262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DEFB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365C6-7133-41DF-87CB-264007E0B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1AC330C-E888-4EDF-9A2F-965AE291C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1FD4C7-5561-4AE2-90C9-DA3544CEB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29A1-5A49-4223-A3A4-BF5C8785667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3E44AB-447E-4797-BA1C-094AD584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3581CB-1E3E-4FA7-9C7C-7293BA37E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F853-A262-4721-9FB3-29F05FE8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3700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2B26A8-F67C-4BE5-8C80-2F9A7D5BD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D1B91C-E453-4390-88BD-44C214442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D6E8C5-3C17-4AD3-8515-4B86A606B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29A1-5A49-4223-A3A4-BF5C8785667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961834-B588-4B8A-B8B6-AFDE92809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0317C0-5CD9-4F60-AC76-404FB02BA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F853-A262-4721-9FB3-29F05FE8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629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DA5965-C414-4560-8EC8-685CFC57E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8D06F7-EDF0-4308-B889-3E47D4A60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21E7AF-5791-432A-ACC9-41E0AD970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29A1-5A49-4223-A3A4-BF5C8785667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112D09-EAED-4CCC-9412-F373292B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19F540-D067-49A9-AAE2-1D08A46E5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F853-A262-4721-9FB3-29F05FE8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8392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1F1640-1815-4C34-8B0C-56637CC77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044E05-529C-4AD1-8DA3-4456379531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238348-1343-4C2A-AB49-89025D108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82AE1F-980A-4CFF-86BF-3A24CD982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29A1-5A49-4223-A3A4-BF5C8785667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A81D02-8076-45FC-8D4F-AD718E5BD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802A9A-4E7A-4290-8263-8F2E9387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F853-A262-4721-9FB3-29F05FE8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338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D20308-D891-4659-A339-598A606EB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D7F83D-4F30-458F-9332-DA98C5760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8F4CDF7-B8AA-4401-930D-66C8A9F84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E808B99-648F-41DF-8324-B11EBE0D1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58E1642-2E6E-4DA4-B89E-24BBE122E4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F79D81E-D246-4447-B411-F1CE13B1D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29A1-5A49-4223-A3A4-BF5C8785667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0E8D70D-E9A2-42E0-862C-9AAEB709F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C19E277-7CC2-4189-97AE-BBC11A083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F853-A262-4721-9FB3-29F05FE8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4168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FE1DF-6FB5-4D30-96C2-F41ECEF88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BE796B7-6FA8-45DC-B37D-C9E744839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29A1-5A49-4223-A3A4-BF5C8785667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BAA4450-208E-47CD-82BA-F663C26D0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4E7B4BB-7280-4AE7-8419-76EF165E9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F853-A262-4721-9FB3-29F05FE8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138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BFD18B9-B1DD-4D73-B0C3-63FDCBE90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29A1-5A49-4223-A3A4-BF5C8785667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7A402C1-F137-4B0E-8032-84ADB4BD7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950030-1769-437A-BC2A-D4D60B764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F853-A262-4721-9FB3-29F05FE8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974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68C5C-78C4-4AB9-9050-EF3F962EE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1E49E0-8134-4DBD-A12A-485FC11BF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402049-DBE8-497D-9243-7A034CD8E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2B3AB4-D553-45FB-AE42-90B458846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29A1-5A49-4223-A3A4-BF5C8785667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D2497D-BDFE-4EBF-B2B6-52E5530EF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6C1CFC-C064-4556-851B-1860B706F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F853-A262-4721-9FB3-29F05FE8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7583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A6A7E1-6ACC-4015-9657-556648885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251B7D3-70BA-4383-B084-E26F3C3C2C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B049F3-4B4D-4277-8DC7-AF5698128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8DBBD4-648F-41F8-AFCC-45C477209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29A1-5A49-4223-A3A4-BF5C8785667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19EB83-2818-4E35-B4C3-6209B1185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28C249-16B0-4F82-AF6B-348FB18F4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F853-A262-4721-9FB3-29F05FE8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98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30DBAF-343F-4D18-B25C-9FA4ED8B7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1330AA-BDF4-4EB1-AFCB-D45171F3F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224174-C046-4C90-AF04-B5F15238F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29A1-5A49-4223-A3A4-BF5C8785667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8285DA-B26B-456B-A55F-1DB378FB2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CA98ED-79B2-4DC1-8663-DB6A1954E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F853-A262-4721-9FB3-29F05FE8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9264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D73280E-3E8C-4741-911B-61FB96C51B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8CD05D7-30D5-4A29-9E07-0C5FC3E39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906050-782C-42AA-94BE-B05E34B0C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29A1-5A49-4223-A3A4-BF5C8785667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5F2556-17E5-43FF-8AEF-DDED0A40A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F43CBF-5BA7-483B-832E-C453EF2E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F853-A262-4721-9FB3-29F05FE8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787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C9476C-F1EF-48EC-8896-8C960BCC1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78C4AA-8907-411E-A3DB-2A2B08BDF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58199B-5DF5-4346-B3C4-F298AAE28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929A1-5A49-4223-A3A4-BF5C8785667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EEF070-F678-463A-8382-8F821F9D7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4CBC9C-8886-438A-8C5A-2C7F960BD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5F853-A262-4721-9FB3-29F05FE8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947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B59FACA-DCC5-4842-AD32-6C398D3C7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25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C759E34-0870-48F4-B049-53DACE2D9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60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3B5033-D3F3-41BF-8F80-9C0C0D7CB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40319"/>
            <a:ext cx="9525000" cy="679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449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6C93514-7F46-495C-A2B8-CC83E24E1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288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E82BBA-37B4-425E-AF3C-A9D0B36A4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128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8559AF1-8314-4649-A27F-CDFA6E28C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713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1EA046-E401-482C-BA12-EC756F509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340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255992-66D1-4081-B295-1ADE3E659B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46F8CB-808B-4F73-AB35-3BAA879ECCAB}"/>
              </a:ext>
            </a:extLst>
          </p:cNvPr>
          <p:cNvSpPr txBox="1"/>
          <p:nvPr/>
        </p:nvSpPr>
        <p:spPr>
          <a:xfrm>
            <a:off x="1270000" y="254000"/>
            <a:ext cx="279400" cy="215444"/>
          </a:xfrm>
          <a:prstGeom prst="rect">
            <a:avLst/>
          </a:prstGeom>
          <a:solidFill>
            <a:srgbClr val="DFDEFB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ru-RU" sz="1400" dirty="0">
                <a:solidFill>
                  <a:srgbClr val="7030A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34406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ECCBB2-8B77-4125-94B3-97415CCF3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29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2906C5-00D2-479A-B65C-A414CC9A1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529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1E7FFB-CC97-45CC-84E4-26E2EF729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616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0800BD-EF10-4475-A43C-A8E099FA6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12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0D0607-7863-4712-A541-C2AB52662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813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725CA5-A8A1-4659-B658-A95D09227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9357"/>
            <a:ext cx="12192000" cy="347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469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344235-6455-48EF-927F-11EEE523A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825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2E74026-F49F-42E4-8D5B-6B825352C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61" y="0"/>
            <a:ext cx="1117747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790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A60CF7-5C01-4CC7-88BF-39D6EDB9F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383B56-3F11-4607-81DC-5D4563B951B5}"/>
              </a:ext>
            </a:extLst>
          </p:cNvPr>
          <p:cNvSpPr txBox="1"/>
          <p:nvPr/>
        </p:nvSpPr>
        <p:spPr>
          <a:xfrm>
            <a:off x="1270000" y="254000"/>
            <a:ext cx="279400" cy="215444"/>
          </a:xfrm>
          <a:prstGeom prst="rect">
            <a:avLst/>
          </a:prstGeom>
          <a:solidFill>
            <a:srgbClr val="DFDEFB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ru-RU" sz="1400" dirty="0">
                <a:solidFill>
                  <a:srgbClr val="7030A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256748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0044BC-41FF-4FAA-9BCE-F31306FC1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06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7368E5F-A7C5-4E61-8F23-5DBA743D6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762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97479F-0711-47E9-BBEC-4088762C5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98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CACD3F-4C19-422B-80EE-179CCE1DA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775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9124535-5D7B-4C85-89C1-B6236A193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48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A4C0E21-A74F-4A57-AE7D-2FE513D2F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737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FFC70E-685B-48CC-915B-2A97BA859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565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D8C4C7-9E34-4272-97A7-1458E4543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743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4F15FA-592C-448A-94CE-91A07F855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031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7576C0-AB23-4280-9BBD-9B453BF44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665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DFACD0-3C99-4A24-83D3-95A643103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8715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1A96A0-0B63-47FC-B6B5-3AECAB582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1863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18B812-C8FD-47F8-978A-1A87754E0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8677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Суперконтексты в архитектуре внимания">
            <a:extLst>
              <a:ext uri="{FF2B5EF4-FFF2-40B4-BE49-F238E27FC236}">
                <a16:creationId xmlns:a16="http://schemas.microsoft.com/office/drawing/2014/main" id="{E52D5BFF-B076-4B0C-AAD9-FF7A993441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A99EC75-D732-4FFA-A824-AD5ABD653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9589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DA9C55-3F41-451B-A3EB-B663770E1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28" y="16934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387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FD70D9B-CA30-426F-8FC8-067E3E7D8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425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53DC20-DE48-4882-B430-F42A5DF3F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9739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4AB865-A8D9-44C0-926F-69B09C011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95" y="0"/>
            <a:ext cx="11008958" cy="67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4203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BFDEE1-4804-4184-9279-CC2E2BD548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04"/>
          <a:stretch/>
        </p:blipFill>
        <p:spPr>
          <a:xfrm>
            <a:off x="0" y="2226733"/>
            <a:ext cx="12192000" cy="252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2736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2</Words>
  <Application>Microsoft Office PowerPoint</Application>
  <PresentationFormat>Широкоэкранный</PresentationFormat>
  <Paragraphs>2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Алексей Кабанов</dc:creator>
  <cp:lastModifiedBy>Алексей Кабанов</cp:lastModifiedBy>
  <cp:revision>20</cp:revision>
  <dcterms:created xsi:type="dcterms:W3CDTF">2026-04-23T07:27:40Z</dcterms:created>
  <dcterms:modified xsi:type="dcterms:W3CDTF">2026-04-23T14:26:11Z</dcterms:modified>
</cp:coreProperties>
</file>